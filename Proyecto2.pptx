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arlow Bold" charset="1" panose="00000800000000000000"/>
      <p:regular r:id="rId17"/>
    </p:embeddedFont>
    <p:embeddedFont>
      <p:font typeface="Barlow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java0594/Proyecto1DS4/tree/main/Proyecto2" TargetMode="External" Type="http://schemas.openxmlformats.org/officeDocument/2006/relationships/hyperlink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0166" y="2153766"/>
            <a:ext cx="15050082" cy="4569423"/>
          </a:xfrm>
          <a:custGeom>
            <a:avLst/>
            <a:gdLst/>
            <a:ahLst/>
            <a:cxnLst/>
            <a:rect r="r" b="b" t="t" l="l"/>
            <a:pathLst>
              <a:path h="4569423" w="15050082">
                <a:moveTo>
                  <a:pt x="0" y="0"/>
                </a:moveTo>
                <a:lnTo>
                  <a:pt x="15050082" y="0"/>
                </a:lnTo>
                <a:lnTo>
                  <a:pt x="15050082" y="4569422"/>
                </a:lnTo>
                <a:lnTo>
                  <a:pt x="0" y="4569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58272" y="3220347"/>
            <a:ext cx="12085183" cy="170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50"/>
              </a:lnSpc>
            </a:pPr>
            <a:r>
              <a:rPr lang="en-US" b="true" sz="13532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PROYECTO 2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45665" y="7662256"/>
            <a:ext cx="7315200" cy="1596044"/>
          </a:xfrm>
          <a:custGeom>
            <a:avLst/>
            <a:gdLst/>
            <a:ahLst/>
            <a:cxnLst/>
            <a:rect r="r" b="b" t="t" l="l"/>
            <a:pathLst>
              <a:path h="1596044" w="7315200">
                <a:moveTo>
                  <a:pt x="0" y="0"/>
                </a:moveTo>
                <a:lnTo>
                  <a:pt x="7315200" y="0"/>
                </a:lnTo>
                <a:lnTo>
                  <a:pt x="7315200" y="1596044"/>
                </a:lnTo>
                <a:lnTo>
                  <a:pt x="0" y="15960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44843" y="6402878"/>
            <a:ext cx="2947086" cy="4114800"/>
          </a:xfrm>
          <a:custGeom>
            <a:avLst/>
            <a:gdLst/>
            <a:ahLst/>
            <a:cxnLst/>
            <a:rect r="r" b="b" t="t" l="l"/>
            <a:pathLst>
              <a:path h="4114800" w="2947086">
                <a:moveTo>
                  <a:pt x="0" y="0"/>
                </a:moveTo>
                <a:lnTo>
                  <a:pt x="2947086" y="0"/>
                </a:lnTo>
                <a:lnTo>
                  <a:pt x="29470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97248">
            <a:off x="12662648" y="-925414"/>
            <a:ext cx="7315200" cy="3908228"/>
          </a:xfrm>
          <a:custGeom>
            <a:avLst/>
            <a:gdLst/>
            <a:ahLst/>
            <a:cxnLst/>
            <a:rect r="r" b="b" t="t" l="l"/>
            <a:pathLst>
              <a:path h="3908228" w="7315200">
                <a:moveTo>
                  <a:pt x="0" y="0"/>
                </a:moveTo>
                <a:lnTo>
                  <a:pt x="7315200" y="0"/>
                </a:lnTo>
                <a:lnTo>
                  <a:pt x="7315200" y="3908228"/>
                </a:lnTo>
                <a:lnTo>
                  <a:pt x="0" y="39082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65475" y="5370039"/>
            <a:ext cx="4957050" cy="40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2"/>
              </a:lnSpc>
            </a:pPr>
            <a:r>
              <a:rPr lang="en-US" sz="3230" spc="180">
                <a:solidFill>
                  <a:srgbClr val="333652"/>
                </a:solidFill>
                <a:latin typeface="Barlow"/>
                <a:ea typeface="Barlow"/>
                <a:cs typeface="Barlow"/>
                <a:sym typeface="Barlow"/>
              </a:rPr>
              <a:t>WEBAPI CALCULADORA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4928495">
            <a:off x="-457756" y="-3290088"/>
            <a:ext cx="4712828" cy="6580175"/>
          </a:xfrm>
          <a:custGeom>
            <a:avLst/>
            <a:gdLst/>
            <a:ahLst/>
            <a:cxnLst/>
            <a:rect r="r" b="b" t="t" l="l"/>
            <a:pathLst>
              <a:path h="6580175" w="4712828">
                <a:moveTo>
                  <a:pt x="0" y="0"/>
                </a:moveTo>
                <a:lnTo>
                  <a:pt x="4712828" y="0"/>
                </a:lnTo>
                <a:lnTo>
                  <a:pt x="4712828" y="6580176"/>
                </a:lnTo>
                <a:lnTo>
                  <a:pt x="0" y="6580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24796" y="6889192"/>
            <a:ext cx="3940822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spc="123">
                <a:solidFill>
                  <a:srgbClr val="333652"/>
                </a:solidFill>
                <a:latin typeface="Barlow"/>
                <a:ea typeface="Barlow"/>
                <a:cs typeface="Barlow"/>
                <a:sym typeface="Barlow"/>
              </a:rPr>
              <a:t>MILENA SIMMONS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123">
                <a:solidFill>
                  <a:srgbClr val="333652"/>
                </a:solidFill>
                <a:latin typeface="Barlow"/>
                <a:ea typeface="Barlow"/>
                <a:cs typeface="Barlow"/>
                <a:sym typeface="Barlow"/>
              </a:rPr>
              <a:t>JUAN VASQUEZ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56647"/>
            <a:ext cx="15470636" cy="101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3"/>
              </a:lnSpc>
            </a:pPr>
            <a:r>
              <a:rPr lang="en-US" b="true" sz="8123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LINK REPOSITORIO GITHUB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6936" y="4417695"/>
            <a:ext cx="11734164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3000" spc="168" u="sng">
                <a:solidFill>
                  <a:srgbClr val="333652"/>
                </a:solidFill>
                <a:latin typeface="Barlow"/>
                <a:ea typeface="Barlow"/>
                <a:cs typeface="Barlow"/>
                <a:sym typeface="Barlow"/>
                <a:hlinkClick r:id="rId2" tooltip="https://github.com/java0594/Proyecto1DS4/tree/main/Proyecto2"/>
              </a:rPr>
              <a:t>HTTPS://GITHUB.COM/JAVA0594/PROYECTO1DS4/TREE/MAIN/PROYECTO1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4791106">
            <a:off x="-2588774" y="498167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846260">
            <a:off x="14670526" y="-2496956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7234948" y="0"/>
                </a:moveTo>
                <a:lnTo>
                  <a:pt x="0" y="0"/>
                </a:lnTo>
                <a:lnTo>
                  <a:pt x="0" y="5459097"/>
                </a:lnTo>
                <a:lnTo>
                  <a:pt x="7234948" y="5459097"/>
                </a:lnTo>
                <a:lnTo>
                  <a:pt x="72349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791106">
            <a:off x="-1944949" y="5261598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4073" y="619761"/>
            <a:ext cx="16069216" cy="101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9"/>
              </a:lnSpc>
            </a:pPr>
            <a:r>
              <a:rPr lang="en-US" b="true" sz="7999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DIAGRAMA DE ALTO NIVEL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-592005">
            <a:off x="14390602" y="-1415941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7234948" y="0"/>
                </a:moveTo>
                <a:lnTo>
                  <a:pt x="0" y="0"/>
                </a:lnTo>
                <a:lnTo>
                  <a:pt x="0" y="5459097"/>
                </a:lnTo>
                <a:lnTo>
                  <a:pt x="7234948" y="5459097"/>
                </a:lnTo>
                <a:lnTo>
                  <a:pt x="72349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45059" y="1863918"/>
            <a:ext cx="5187235" cy="8150241"/>
          </a:xfrm>
          <a:custGeom>
            <a:avLst/>
            <a:gdLst/>
            <a:ahLst/>
            <a:cxnLst/>
            <a:rect r="r" b="b" t="t" l="l"/>
            <a:pathLst>
              <a:path h="8150241" w="5187235">
                <a:moveTo>
                  <a:pt x="0" y="0"/>
                </a:moveTo>
                <a:lnTo>
                  <a:pt x="5187235" y="0"/>
                </a:lnTo>
                <a:lnTo>
                  <a:pt x="5187235" y="8150242"/>
                </a:lnTo>
                <a:lnTo>
                  <a:pt x="0" y="8150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747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250">
            <a:off x="-3631608" y="-4461705"/>
            <a:ext cx="11413137" cy="8611731"/>
          </a:xfrm>
          <a:custGeom>
            <a:avLst/>
            <a:gdLst/>
            <a:ahLst/>
            <a:cxnLst/>
            <a:rect r="r" b="b" t="t" l="l"/>
            <a:pathLst>
              <a:path h="8611731" w="11413137">
                <a:moveTo>
                  <a:pt x="0" y="0"/>
                </a:moveTo>
                <a:lnTo>
                  <a:pt x="11413137" y="0"/>
                </a:lnTo>
                <a:lnTo>
                  <a:pt x="11413137" y="8611730"/>
                </a:lnTo>
                <a:lnTo>
                  <a:pt x="0" y="8611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98495" y="4237989"/>
            <a:ext cx="10891010" cy="502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45">
                <a:solidFill>
                  <a:srgbClr val="333652"/>
                </a:solidFill>
                <a:latin typeface="Barlow"/>
                <a:ea typeface="Barlow"/>
                <a:cs typeface="Barlow"/>
                <a:sym typeface="Barlow"/>
              </a:rPr>
              <a:t>El proyecto usa una arquitectura por capas: Controlador - DAL -Base de Datos.</a:t>
            </a:r>
          </a:p>
          <a:p>
            <a:pPr algn="just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45">
                <a:solidFill>
                  <a:srgbClr val="333652"/>
                </a:solidFill>
                <a:latin typeface="Barlow"/>
                <a:ea typeface="Barlow"/>
                <a:cs typeface="Barlow"/>
                <a:sym typeface="Barlow"/>
              </a:rPr>
              <a:t>La clase OperacionesDAL se encarga de conectarse a SQL Server y obtener operaciones matemáticas usando consultas ADO.NET.</a:t>
            </a:r>
          </a:p>
          <a:p>
            <a:pPr algn="just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45">
                <a:solidFill>
                  <a:srgbClr val="333652"/>
                </a:solidFill>
                <a:latin typeface="Barlow"/>
                <a:ea typeface="Barlow"/>
                <a:cs typeface="Barlow"/>
                <a:sym typeface="Barlow"/>
              </a:rPr>
              <a:t>El OperacionesController expone endpoints GET para listar sumas, restas, multiplicaciones, divisiones y todas las operaciones.</a:t>
            </a:r>
          </a:p>
          <a:p>
            <a:pPr algn="just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45">
                <a:solidFill>
                  <a:srgbClr val="333652"/>
                </a:solidFill>
                <a:latin typeface="Barlow"/>
                <a:ea typeface="Barlow"/>
                <a:cs typeface="Barlow"/>
                <a:sym typeface="Barlow"/>
              </a:rPr>
              <a:t>Todas las respuestas se devuelven en formato JSON, utilizando el modelo Reply como plantilla estándar de respuesta.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597653" y="2105149"/>
            <a:ext cx="11877622" cy="1741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24"/>
              </a:lnSpc>
            </a:pPr>
            <a:r>
              <a:rPr lang="en-US" b="true" sz="72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ASPECTOS GENERALES DEL CÓDIGO FUENTE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130713">
            <a:off x="12181621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250">
            <a:off x="-4677869" y="-4779561"/>
            <a:ext cx="11413137" cy="8611731"/>
          </a:xfrm>
          <a:custGeom>
            <a:avLst/>
            <a:gdLst/>
            <a:ahLst/>
            <a:cxnLst/>
            <a:rect r="r" b="b" t="t" l="l"/>
            <a:pathLst>
              <a:path h="8611731" w="11413137">
                <a:moveTo>
                  <a:pt x="0" y="0"/>
                </a:moveTo>
                <a:lnTo>
                  <a:pt x="11413138" y="0"/>
                </a:lnTo>
                <a:lnTo>
                  <a:pt x="11413138" y="8611731"/>
                </a:lnTo>
                <a:lnTo>
                  <a:pt x="0" y="86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2183" y="1219200"/>
            <a:ext cx="11877622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24"/>
              </a:lnSpc>
            </a:pPr>
            <a:r>
              <a:rPr lang="en-US" b="true" sz="72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API (CON POSTMAN)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30713">
            <a:off x="12181621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4960" y="2699827"/>
            <a:ext cx="8319711" cy="8032205"/>
          </a:xfrm>
          <a:custGeom>
            <a:avLst/>
            <a:gdLst/>
            <a:ahLst/>
            <a:cxnLst/>
            <a:rect r="r" b="b" t="t" l="l"/>
            <a:pathLst>
              <a:path h="8032205" w="8319711">
                <a:moveTo>
                  <a:pt x="0" y="0"/>
                </a:moveTo>
                <a:lnTo>
                  <a:pt x="8319712" y="0"/>
                </a:lnTo>
                <a:lnTo>
                  <a:pt x="8319712" y="8032205"/>
                </a:lnTo>
                <a:lnTo>
                  <a:pt x="0" y="8032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3234137"/>
            <a:ext cx="7893328" cy="6963585"/>
          </a:xfrm>
          <a:custGeom>
            <a:avLst/>
            <a:gdLst/>
            <a:ahLst/>
            <a:cxnLst/>
            <a:rect r="r" b="b" t="t" l="l"/>
            <a:pathLst>
              <a:path h="6963585" w="7893328">
                <a:moveTo>
                  <a:pt x="0" y="0"/>
                </a:moveTo>
                <a:lnTo>
                  <a:pt x="7893328" y="0"/>
                </a:lnTo>
                <a:lnTo>
                  <a:pt x="7893328" y="6963585"/>
                </a:lnTo>
                <a:lnTo>
                  <a:pt x="0" y="69635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250">
            <a:off x="-4677869" y="-4779561"/>
            <a:ext cx="11413137" cy="8611731"/>
          </a:xfrm>
          <a:custGeom>
            <a:avLst/>
            <a:gdLst/>
            <a:ahLst/>
            <a:cxnLst/>
            <a:rect r="r" b="b" t="t" l="l"/>
            <a:pathLst>
              <a:path h="8611731" w="11413137">
                <a:moveTo>
                  <a:pt x="0" y="0"/>
                </a:moveTo>
                <a:lnTo>
                  <a:pt x="11413138" y="0"/>
                </a:lnTo>
                <a:lnTo>
                  <a:pt x="11413138" y="8611731"/>
                </a:lnTo>
                <a:lnTo>
                  <a:pt x="0" y="86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2183" y="1219200"/>
            <a:ext cx="11877622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24"/>
              </a:lnSpc>
            </a:pPr>
            <a:r>
              <a:rPr lang="en-US" b="true" sz="72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API (CON POSTMAN)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30713">
            <a:off x="12181621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9039" y="3192758"/>
            <a:ext cx="8293700" cy="6065542"/>
          </a:xfrm>
          <a:custGeom>
            <a:avLst/>
            <a:gdLst/>
            <a:ahLst/>
            <a:cxnLst/>
            <a:rect r="r" b="b" t="t" l="l"/>
            <a:pathLst>
              <a:path h="6065542" w="8293700">
                <a:moveTo>
                  <a:pt x="0" y="0"/>
                </a:moveTo>
                <a:lnTo>
                  <a:pt x="8293700" y="0"/>
                </a:lnTo>
                <a:lnTo>
                  <a:pt x="8293700" y="6065542"/>
                </a:lnTo>
                <a:lnTo>
                  <a:pt x="0" y="6065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3192758"/>
            <a:ext cx="8115300" cy="5907938"/>
          </a:xfrm>
          <a:custGeom>
            <a:avLst/>
            <a:gdLst/>
            <a:ahLst/>
            <a:cxnLst/>
            <a:rect r="r" b="b" t="t" l="l"/>
            <a:pathLst>
              <a:path h="5907938" w="8115300">
                <a:moveTo>
                  <a:pt x="0" y="0"/>
                </a:moveTo>
                <a:lnTo>
                  <a:pt x="8115300" y="0"/>
                </a:lnTo>
                <a:lnTo>
                  <a:pt x="8115300" y="5907939"/>
                </a:lnTo>
                <a:lnTo>
                  <a:pt x="0" y="5907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250">
            <a:off x="-4677869" y="-4779561"/>
            <a:ext cx="11413137" cy="8611731"/>
          </a:xfrm>
          <a:custGeom>
            <a:avLst/>
            <a:gdLst/>
            <a:ahLst/>
            <a:cxnLst/>
            <a:rect r="r" b="b" t="t" l="l"/>
            <a:pathLst>
              <a:path h="8611731" w="11413137">
                <a:moveTo>
                  <a:pt x="0" y="0"/>
                </a:moveTo>
                <a:lnTo>
                  <a:pt x="11413138" y="0"/>
                </a:lnTo>
                <a:lnTo>
                  <a:pt x="11413138" y="8611731"/>
                </a:lnTo>
                <a:lnTo>
                  <a:pt x="0" y="86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92183" y="1219200"/>
            <a:ext cx="11877622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24"/>
              </a:lnSpc>
            </a:pPr>
            <a:r>
              <a:rPr lang="en-US" b="true" sz="72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API (CON POSTMAN)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30713">
            <a:off x="12181621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76804" y="2743440"/>
            <a:ext cx="6554190" cy="6514860"/>
          </a:xfrm>
          <a:custGeom>
            <a:avLst/>
            <a:gdLst/>
            <a:ahLst/>
            <a:cxnLst/>
            <a:rect r="r" b="b" t="t" l="l"/>
            <a:pathLst>
              <a:path h="6514860" w="6554190">
                <a:moveTo>
                  <a:pt x="0" y="0"/>
                </a:moveTo>
                <a:lnTo>
                  <a:pt x="6554190" y="0"/>
                </a:lnTo>
                <a:lnTo>
                  <a:pt x="6554190" y="6514860"/>
                </a:lnTo>
                <a:lnTo>
                  <a:pt x="0" y="65148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602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11178" y="1938871"/>
            <a:ext cx="6287917" cy="7869951"/>
          </a:xfrm>
          <a:custGeom>
            <a:avLst/>
            <a:gdLst/>
            <a:ahLst/>
            <a:cxnLst/>
            <a:rect r="r" b="b" t="t" l="l"/>
            <a:pathLst>
              <a:path h="7869951" w="6287917">
                <a:moveTo>
                  <a:pt x="0" y="0"/>
                </a:moveTo>
                <a:lnTo>
                  <a:pt x="6287917" y="0"/>
                </a:lnTo>
                <a:lnTo>
                  <a:pt x="6287917" y="7869951"/>
                </a:lnTo>
                <a:lnTo>
                  <a:pt x="0" y="7869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250">
            <a:off x="-4677869" y="-6618578"/>
            <a:ext cx="11413137" cy="8611731"/>
          </a:xfrm>
          <a:custGeom>
            <a:avLst/>
            <a:gdLst/>
            <a:ahLst/>
            <a:cxnLst/>
            <a:rect r="r" b="b" t="t" l="l"/>
            <a:pathLst>
              <a:path h="8611731" w="11413137">
                <a:moveTo>
                  <a:pt x="0" y="0"/>
                </a:moveTo>
                <a:lnTo>
                  <a:pt x="11413138" y="0"/>
                </a:lnTo>
                <a:lnTo>
                  <a:pt x="11413138" y="8611731"/>
                </a:lnTo>
                <a:lnTo>
                  <a:pt x="0" y="86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5189" y="672084"/>
            <a:ext cx="11877622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b="true" sz="72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CODIGO FUENTE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109678"/>
            <a:ext cx="8643536" cy="6344324"/>
          </a:xfrm>
          <a:custGeom>
            <a:avLst/>
            <a:gdLst/>
            <a:ahLst/>
            <a:cxnLst/>
            <a:rect r="r" b="b" t="t" l="l"/>
            <a:pathLst>
              <a:path h="6344324" w="8643536">
                <a:moveTo>
                  <a:pt x="0" y="0"/>
                </a:moveTo>
                <a:lnTo>
                  <a:pt x="8643536" y="0"/>
                </a:lnTo>
                <a:lnTo>
                  <a:pt x="8643536" y="6344324"/>
                </a:lnTo>
                <a:lnTo>
                  <a:pt x="0" y="6344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92" t="-1391" r="-29550" b="-1024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43536" y="2356013"/>
            <a:ext cx="9644464" cy="5851655"/>
          </a:xfrm>
          <a:custGeom>
            <a:avLst/>
            <a:gdLst/>
            <a:ahLst/>
            <a:cxnLst/>
            <a:rect r="r" b="b" t="t" l="l"/>
            <a:pathLst>
              <a:path h="5851655" w="9644464">
                <a:moveTo>
                  <a:pt x="0" y="0"/>
                </a:moveTo>
                <a:lnTo>
                  <a:pt x="9644464" y="0"/>
                </a:lnTo>
                <a:lnTo>
                  <a:pt x="9644464" y="5851654"/>
                </a:lnTo>
                <a:lnTo>
                  <a:pt x="0" y="58516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96" t="0" r="-886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250">
            <a:off x="-4677869" y="-4779561"/>
            <a:ext cx="11413137" cy="8611731"/>
          </a:xfrm>
          <a:custGeom>
            <a:avLst/>
            <a:gdLst/>
            <a:ahLst/>
            <a:cxnLst/>
            <a:rect r="r" b="b" t="t" l="l"/>
            <a:pathLst>
              <a:path h="8611731" w="11413137">
                <a:moveTo>
                  <a:pt x="0" y="0"/>
                </a:moveTo>
                <a:lnTo>
                  <a:pt x="11413138" y="0"/>
                </a:lnTo>
                <a:lnTo>
                  <a:pt x="11413138" y="8611731"/>
                </a:lnTo>
                <a:lnTo>
                  <a:pt x="0" y="86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44034" y="1578849"/>
            <a:ext cx="11877622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24"/>
              </a:lnSpc>
            </a:pPr>
            <a:r>
              <a:rPr lang="en-US" b="true" sz="72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CODIGO FUENTE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30713">
            <a:off x="12181621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1144" y="3046246"/>
            <a:ext cx="8902856" cy="5407756"/>
          </a:xfrm>
          <a:custGeom>
            <a:avLst/>
            <a:gdLst/>
            <a:ahLst/>
            <a:cxnLst/>
            <a:rect r="r" b="b" t="t" l="l"/>
            <a:pathLst>
              <a:path h="5407756" w="8902856">
                <a:moveTo>
                  <a:pt x="0" y="0"/>
                </a:moveTo>
                <a:lnTo>
                  <a:pt x="8902856" y="0"/>
                </a:lnTo>
                <a:lnTo>
                  <a:pt x="8902856" y="5407756"/>
                </a:lnTo>
                <a:lnTo>
                  <a:pt x="0" y="5407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38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3143237"/>
            <a:ext cx="8156184" cy="5213775"/>
          </a:xfrm>
          <a:custGeom>
            <a:avLst/>
            <a:gdLst/>
            <a:ahLst/>
            <a:cxnLst/>
            <a:rect r="r" b="b" t="t" l="l"/>
            <a:pathLst>
              <a:path h="5213775" w="8156184">
                <a:moveTo>
                  <a:pt x="0" y="0"/>
                </a:moveTo>
                <a:lnTo>
                  <a:pt x="8156184" y="0"/>
                </a:lnTo>
                <a:lnTo>
                  <a:pt x="8156184" y="5213774"/>
                </a:lnTo>
                <a:lnTo>
                  <a:pt x="0" y="52137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2179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5250">
            <a:off x="-4677869" y="-4779561"/>
            <a:ext cx="11413137" cy="8611731"/>
          </a:xfrm>
          <a:custGeom>
            <a:avLst/>
            <a:gdLst/>
            <a:ahLst/>
            <a:cxnLst/>
            <a:rect r="r" b="b" t="t" l="l"/>
            <a:pathLst>
              <a:path h="8611731" w="11413137">
                <a:moveTo>
                  <a:pt x="0" y="0"/>
                </a:moveTo>
                <a:lnTo>
                  <a:pt x="11413138" y="0"/>
                </a:lnTo>
                <a:lnTo>
                  <a:pt x="11413138" y="8611731"/>
                </a:lnTo>
                <a:lnTo>
                  <a:pt x="0" y="8611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18885" y="1578849"/>
            <a:ext cx="11877622" cy="90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24"/>
              </a:lnSpc>
            </a:pPr>
            <a:r>
              <a:rPr lang="en-US" b="true" sz="7200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CODIGO FUENTE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928394">
            <a:off x="14016681" y="471324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130713">
            <a:off x="12181621" y="-1341199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6"/>
                </a:lnTo>
                <a:lnTo>
                  <a:pt x="0" y="5459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8146">
            <a:off x="-3973107" y="5724454"/>
            <a:ext cx="7234948" cy="5459097"/>
          </a:xfrm>
          <a:custGeom>
            <a:avLst/>
            <a:gdLst/>
            <a:ahLst/>
            <a:cxnLst/>
            <a:rect r="r" b="b" t="t" l="l"/>
            <a:pathLst>
              <a:path h="5459097" w="7234948">
                <a:moveTo>
                  <a:pt x="0" y="0"/>
                </a:moveTo>
                <a:lnTo>
                  <a:pt x="7234948" y="0"/>
                </a:lnTo>
                <a:lnTo>
                  <a:pt x="7234948" y="5459097"/>
                </a:lnTo>
                <a:lnTo>
                  <a:pt x="0" y="545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18885" y="3182587"/>
            <a:ext cx="8291705" cy="5766659"/>
          </a:xfrm>
          <a:custGeom>
            <a:avLst/>
            <a:gdLst/>
            <a:ahLst/>
            <a:cxnLst/>
            <a:rect r="r" b="b" t="t" l="l"/>
            <a:pathLst>
              <a:path h="5766659" w="8291705">
                <a:moveTo>
                  <a:pt x="0" y="0"/>
                </a:moveTo>
                <a:lnTo>
                  <a:pt x="8291704" y="0"/>
                </a:lnTo>
                <a:lnTo>
                  <a:pt x="8291704" y="5766659"/>
                </a:lnTo>
                <a:lnTo>
                  <a:pt x="0" y="5766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2947" y="1443451"/>
            <a:ext cx="16082106" cy="4882760"/>
          </a:xfrm>
          <a:custGeom>
            <a:avLst/>
            <a:gdLst/>
            <a:ahLst/>
            <a:cxnLst/>
            <a:rect r="r" b="b" t="t" l="l"/>
            <a:pathLst>
              <a:path h="4882760" w="16082106">
                <a:moveTo>
                  <a:pt x="0" y="0"/>
                </a:moveTo>
                <a:lnTo>
                  <a:pt x="16082106" y="0"/>
                </a:lnTo>
                <a:lnTo>
                  <a:pt x="16082106" y="4882759"/>
                </a:lnTo>
                <a:lnTo>
                  <a:pt x="0" y="4882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1046" y="1791201"/>
            <a:ext cx="11725908" cy="436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35"/>
              </a:lnSpc>
            </a:pPr>
            <a:r>
              <a:rPr lang="en-US" b="true" sz="17973">
                <a:solidFill>
                  <a:srgbClr val="333652"/>
                </a:solidFill>
                <a:latin typeface="Barlow Bold"/>
                <a:ea typeface="Barlow Bold"/>
                <a:cs typeface="Barlow Bold"/>
                <a:sym typeface="Barlow Bold"/>
              </a:rPr>
              <a:t>¡MUCHAS GRACIAS!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6857154">
            <a:off x="-1911267" y="6517129"/>
            <a:ext cx="7315200" cy="3908228"/>
          </a:xfrm>
          <a:custGeom>
            <a:avLst/>
            <a:gdLst/>
            <a:ahLst/>
            <a:cxnLst/>
            <a:rect r="r" b="b" t="t" l="l"/>
            <a:pathLst>
              <a:path h="3908228" w="7315200">
                <a:moveTo>
                  <a:pt x="0" y="0"/>
                </a:moveTo>
                <a:lnTo>
                  <a:pt x="7315200" y="0"/>
                </a:lnTo>
                <a:lnTo>
                  <a:pt x="7315200" y="3908227"/>
                </a:lnTo>
                <a:lnTo>
                  <a:pt x="0" y="3908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857154">
            <a:off x="14634873" y="-2352188"/>
            <a:ext cx="7315200" cy="3908228"/>
          </a:xfrm>
          <a:custGeom>
            <a:avLst/>
            <a:gdLst/>
            <a:ahLst/>
            <a:cxnLst/>
            <a:rect r="r" b="b" t="t" l="l"/>
            <a:pathLst>
              <a:path h="3908228" w="7315200">
                <a:moveTo>
                  <a:pt x="0" y="0"/>
                </a:moveTo>
                <a:lnTo>
                  <a:pt x="7315200" y="0"/>
                </a:lnTo>
                <a:lnTo>
                  <a:pt x="7315200" y="3908227"/>
                </a:lnTo>
                <a:lnTo>
                  <a:pt x="0" y="3908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8394">
            <a:off x="11706646" y="2358227"/>
            <a:ext cx="11105308" cy="8379459"/>
          </a:xfrm>
          <a:custGeom>
            <a:avLst/>
            <a:gdLst/>
            <a:ahLst/>
            <a:cxnLst/>
            <a:rect r="r" b="b" t="t" l="l"/>
            <a:pathLst>
              <a:path h="8379459" w="11105308">
                <a:moveTo>
                  <a:pt x="0" y="0"/>
                </a:moveTo>
                <a:lnTo>
                  <a:pt x="11105308" y="0"/>
                </a:lnTo>
                <a:lnTo>
                  <a:pt x="11105308" y="8379460"/>
                </a:lnTo>
                <a:lnTo>
                  <a:pt x="0" y="83794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928394">
            <a:off x="-5338319" y="-5746846"/>
            <a:ext cx="11105308" cy="8379459"/>
          </a:xfrm>
          <a:custGeom>
            <a:avLst/>
            <a:gdLst/>
            <a:ahLst/>
            <a:cxnLst/>
            <a:rect r="r" b="b" t="t" l="l"/>
            <a:pathLst>
              <a:path h="8379459" w="11105308">
                <a:moveTo>
                  <a:pt x="0" y="0"/>
                </a:moveTo>
                <a:lnTo>
                  <a:pt x="11105307" y="0"/>
                </a:lnTo>
                <a:lnTo>
                  <a:pt x="11105307" y="8379460"/>
                </a:lnTo>
                <a:lnTo>
                  <a:pt x="0" y="83794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DAG5w4Ede-o</dc:identifier>
  <dcterms:modified xsi:type="dcterms:W3CDTF">2011-08-01T06:04:30Z</dcterms:modified>
  <cp:revision>1</cp:revision>
  <dc:title>Proyecto2</dc:title>
</cp:coreProperties>
</file>